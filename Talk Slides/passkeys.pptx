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8.jpeg" ContentType="image/jpeg"/>
  <Override PartName="/ppt/media/image6.png" ContentType="image/png"/>
  <Override PartName="/ppt/media/image7.jpeg" ContentType="image/jpe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91" r:id="rId20"/>
    <p:sldMasterId id="2147483693" r:id="rId21"/>
    <p:sldMasterId id="2147483695" r:id="rId22"/>
    <p:sldMasterId id="2147483697" r:id="rId23"/>
    <p:sldMasterId id="2147483699" r:id="rId24"/>
    <p:sldMasterId id="2147483701" r:id="rId25"/>
    <p:sldMasterId id="2147483703" r:id="rId26"/>
  </p:sld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699522-102B-45A3-9A9D-739BFBBDD6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2E7D0B-FF2B-445B-A23C-3B6AD01270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B42F16F-F720-45A2-B3EB-D3BD26A961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F8F64A4-8C2C-4665-982B-F414B548CC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EE2044E-CB97-4A2C-9DD8-D8C810C775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7B9939B-BC10-40B6-B93B-A318CE5227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23D19F0-4BC2-423C-B269-6C144ADE40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1FF06D8-2C94-4435-BE7A-414ADA1D5A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66BF774-B1BC-41A6-8196-41CFC8CA3D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0D1120C-3011-4A34-8AC3-7E653F9991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445FBF3-9875-4F94-A8CF-011D64C885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96AFAA0-24C9-4888-8150-D9B2793520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8EF521F-5A62-4190-9CB3-52D09B9724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ED1556FF-A450-423B-9CED-12EB00C45B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28F3BE4-1064-4D0D-B6A7-3862BD3BD2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D546965-0ECE-421E-A699-0CF4E86868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137DB31-33F9-434D-A679-5969D2441A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38C3B654-07A3-4B1A-8333-3621AD2446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68D5CAB2-A644-4747-919F-B7ECE01865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64F60324-E949-4CB1-AC2C-A4C0571E4F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2FEFC17B-79F6-4F3D-9C09-53CFE19563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1A9005E3-B89C-4DA1-BFD0-B8AC601602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A3F98D98-F3AE-4337-9126-13C58DC216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CEFCDEB3-E7AC-4C90-9B57-D0FCF00975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6732A98B-E01E-4F86-B5F9-CFE3BAC03C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61F835DA-F73E-4517-9F70-AB57AEB3CB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2B642765-65DD-4B7F-A5CC-E72E1F334C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74BCFBDA-AC0A-4EA7-9F30-CABFA3DF7E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9A2AEFDF-173F-44C0-B52E-7F0C2A2C9A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20826B11-7A69-4B7D-9708-2913724F3C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A8855061-E89D-4BCF-BDE9-92D39A6C64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DC9099D1-1BF5-4029-BC71-60908C8F0F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6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7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8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9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0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1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772F96-59BC-4402-87FA-BB04E227AF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17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B504EA-4FBF-497A-A589-D5F8C02DA3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0D0F93-8AC8-4CB3-A286-B2129D1144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A6CF65-F439-4B67-BC27-836878B015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1E5E54-CFE1-4FA5-9603-1FBAD8BA6E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FE109B-5D73-4905-B40C-A238401E31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9DCD81-2280-4738-8DA8-65C0212E3F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105932-7108-4FE3-B3D5-C4ECBE541C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0103E9C-5CF7-47B4-8459-748DB67B1B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5688333-27F3-4CF9-B547-6E6D615884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83C63A-FF87-4574-91A5-D2DEBFDA35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17AC2E-E7CD-4BCA-B476-8E3E4E8C06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CE7810-E699-4A44-9A8F-680B28A054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9D2047-8334-44B6-8502-FA0F22B9B2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4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B367B8-3DA4-4929-B64C-854FEED369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4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16C5236-366F-4A53-AAEF-EE40762737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4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A667BE-CB96-491F-9044-15D17D2CC3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5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5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DF106E7-6336-40A7-99D8-593C72692D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dt" idx="5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 idx="5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A24EFB-4A68-4061-96D5-2B512A3C27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5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5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5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C9D83B-640B-47D9-8AE1-E0F152C1C5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dt" idx="6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ftr" idx="6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6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FE07C3-751F-4CF5-8C88-67132B5EA97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6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6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6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EFECB2-6A6D-4E37-B585-438B2CB1B8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6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ftr" idx="6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6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060CC23-37A0-46FA-BB28-F586B5332D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6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7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7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8D82B6-C890-4BE7-B140-1A4B4A26B8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7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ftr" idx="7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7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8F90FAE-EEC7-4FC7-8C75-9EEC07DD26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7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github.com/mkalioby/django-passkeys" TargetMode="External"/><Relationship Id="rId2" Type="http://schemas.openxmlformats.org/officeDocument/2006/relationships/hyperlink" Target="https://developers.google.com/identity/passkeys/" TargetMode="External"/><Relationship Id="rId3" Type="http://schemas.openxmlformats.org/officeDocument/2006/relationships/hyperlink" Target="https://www.passkeys.com/what-is-webauthn" TargetMode="External"/><Relationship Id="rId4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Passkeys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Security – Passkeys in Django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00"/>
                </a:solidFill>
                <a:highlight>
                  <a:srgbClr val="000000"/>
                </a:highlight>
                <a:uFillTx/>
                <a:latin typeface="Calibri"/>
              </a:rPr>
              <a:t>Your Passwordless future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Makai Kahilu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Security – Physical World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630880" y="2001960"/>
            <a:ext cx="3904200" cy="325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Authentication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                                  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Who are you? </a:t>
            </a:r>
            <a:r>
              <a:rPr b="0" lang="en-US" sz="3200" strike="noStrike" u="none">
                <a:solidFill>
                  <a:srgbClr val="ffff00"/>
                </a:solidFill>
                <a:uFillTx/>
                <a:latin typeface="Calibri"/>
              </a:rPr>
              <a:t>|</a:t>
            </a: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 Prove it.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Security – Digital World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Real-world applications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Why Python is the best choice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826280" y="1987200"/>
            <a:ext cx="5094720" cy="414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/>
          </p:nvPr>
        </p:nvSpPr>
        <p:spPr>
          <a:xfrm>
            <a:off x="457200" y="732240"/>
            <a:ext cx="8228520" cy="54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lications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- Why Python is the best choice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1371600" y="54000"/>
            <a:ext cx="6857280" cy="657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Troubles with Passwords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1371600" y="1828800"/>
            <a:ext cx="5486040" cy="467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Problems with Passwords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Calibri"/>
              </a:rPr>
              <a:t>Unique   -   Credential Stuffing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Calibri"/>
              </a:rPr>
              <a:t>Complex  -  Remember?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Calibri"/>
              </a:rPr>
              <a:t>Fresh  -  Guessable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Calibri"/>
              </a:rPr>
              <a:t>Don’t click on links – Phishing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Calibri"/>
              </a:rPr>
              <a:t>Hashed + Salted  - Replayed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sng">
                <a:solidFill>
                  <a:srgbClr val="ffff00"/>
                </a:solidFill>
                <a:uFillTx/>
                <a:latin typeface="Calibri"/>
              </a:rPr>
              <a:t>Helpful Solutions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Password Managers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Multi-factor authentication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Single Sign-On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Truth: Passwords are a liability to both </a:t>
            </a:r>
            <a:r>
              <a:rPr b="0" lang="en-US" sz="3200" strike="noStrike" u="none">
                <a:solidFill>
                  <a:srgbClr val="ffff00"/>
                </a:solidFill>
                <a:uFillTx/>
                <a:latin typeface="Calibri"/>
              </a:rPr>
              <a:t>developers &amp; Users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914400" y="2514600"/>
            <a:ext cx="822852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00"/>
                </a:solidFill>
                <a:uFillTx/>
                <a:latin typeface="Calibri"/>
              </a:rPr>
              <a:t>Passkeys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00"/>
                </a:solidFill>
                <a:uFillTx/>
                <a:latin typeface="Calibri"/>
              </a:rPr>
              <a:t>WebAuth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FIDO - 2013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+250  Organisations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trike="noStrike" u="none">
                <a:solidFill>
                  <a:srgbClr val="ffff00"/>
                </a:solidFill>
                <a:uFillTx/>
                <a:latin typeface="Calibri"/>
              </a:rPr>
              <a:t>?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Public Key Cryptography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685800" y="1600200"/>
            <a:ext cx="7314840" cy="502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1447200" y="334080"/>
            <a:ext cx="5860800" cy="609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We want to be happy</a:t>
            </a:r>
            <a:br>
              <a:rPr sz="4400"/>
            </a:b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-Security, Usability &amp; business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228600" y="2612520"/>
            <a:ext cx="4114440" cy="34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4572000" y="2514600"/>
            <a:ext cx="4405680" cy="361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Big Question: </a:t>
            </a:r>
            <a:r>
              <a:rPr b="0" lang="en-US" sz="4400" strike="noStrike" u="none">
                <a:solidFill>
                  <a:srgbClr val="ffff00"/>
                </a:solidFill>
                <a:uFillTx/>
                <a:latin typeface="Calibri"/>
              </a:rPr>
              <a:t>Integrate into Django?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django-webauthn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Django-passkeys  -</a:t>
            </a:r>
            <a:r>
              <a:rPr b="0" lang="en-US" sz="3200" strike="noStrike" u="none">
                <a:solidFill>
                  <a:srgbClr val="ffff00"/>
                </a:solidFill>
                <a:uFillTx/>
                <a:latin typeface="Calibri"/>
              </a:rPr>
              <a:t> demo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django-fido2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django-mfa2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wagtail-passkeys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Django-passkeys : </a:t>
            </a:r>
            <a:r>
              <a:rPr b="0" lang="en-US" sz="4400" strike="noStrike" u="none">
                <a:solidFill>
                  <a:srgbClr val="ffff00"/>
                </a:solidFill>
                <a:uFillTx/>
                <a:latin typeface="Calibri"/>
              </a:rPr>
              <a:t>Checklist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Pip nstall django-passkeys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Pip freeze &gt; requirements.txt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Import &amp; add </a:t>
            </a:r>
            <a:r>
              <a:rPr b="0" lang="en-US" sz="2600" strike="noStrike" u="none">
                <a:solidFill>
                  <a:srgbClr val="ffff00"/>
                </a:solidFill>
                <a:uFillTx/>
                <a:latin typeface="Calibri"/>
              </a:rPr>
              <a:t>“passkeys” </a:t>
            </a: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settings.py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Tweak </a:t>
            </a: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“AUTHENTICATION_BACKENDS” 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 to allow passkeys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Tweak </a:t>
            </a: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passkey server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 – settings.py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Wire in the </a:t>
            </a: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url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 – in project’s urls.py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Add </a:t>
            </a: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“passkeys.js” 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to login.html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Other conditional UIs,  if you need them.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Let us go for a Spin 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Did we break our app or It is still working?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Let us try to click on “</a:t>
            </a:r>
            <a:r>
              <a:rPr b="0" lang="en-US" sz="2600" strike="noStrike" u="none">
                <a:solidFill>
                  <a:srgbClr val="ffff00"/>
                </a:solidFill>
                <a:uFillTx/>
                <a:latin typeface="Calibri"/>
              </a:rPr>
              <a:t>use passkey” </a:t>
            </a: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button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Calibri"/>
              </a:rPr>
              <a:t>I Promised - Passkeys into Django, check mark? 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Resources 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Calibri"/>
              </a:rPr>
              <a:t> 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Django-passkeys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: </a:t>
            </a:r>
            <a:r>
              <a:rPr b="0" lang="en-US" sz="2000" strike="noStrike" u="none">
                <a:solidFill>
                  <a:srgbClr val="0000ff"/>
                </a:solidFill>
                <a:uFillTx/>
                <a:latin typeface="Calibri"/>
                <a:hlinkClick r:id="rId1"/>
              </a:rPr>
              <a:t>https://github.com/mkalioby/django-passkeys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Beginner: 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  <a:hlinkClick r:id="rId2"/>
              </a:rPr>
              <a:t>https://developers.google.com/identity/passkeys/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Learn: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  <a:hlinkClick r:id="rId3"/>
              </a:rPr>
              <a:t>https://www.passkeys.com/what-is-webauthn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00"/>
                </a:solidFill>
                <a:uFillTx/>
                <a:latin typeface="Calibri"/>
              </a:rPr>
              <a:t>Learn: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Calibri"/>
              </a:rPr>
              <a:t> https://www.passkeycentral.org/introduction-to-passkeys/how-passkeys-work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2057400" y="1600200"/>
            <a:ext cx="5486400" cy="467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uFillTx/>
                <a:latin typeface="Calibri"/>
              </a:rPr>
              <a:t>Thank you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X : </a:t>
            </a:r>
            <a:r>
              <a:rPr b="0" lang="en-US" sz="3200" strike="noStrike" u="none">
                <a:solidFill>
                  <a:srgbClr val="2a6099"/>
                </a:solidFill>
                <a:uFillTx/>
                <a:latin typeface="Calibri"/>
              </a:rPr>
              <a:t>@makaiJnr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Calibri"/>
              </a:rPr>
              <a:t>Github: https://github.com/makai77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Application>LibreOffice/24.8.4.2$Linux_X86_64 LibreOffice_project/3e97788786b20d724e2ed0ea7a111abce73cab63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2025-02-26T10:38:23Z</dcterms:created>
  <dc:creator/>
  <dc:description>generated using python-pptx</dc:description>
  <dc:language>en-US</dc:language>
  <cp:lastModifiedBy/>
  <dcterms:modified xsi:type="dcterms:W3CDTF">2025-02-27T10:03:57Z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